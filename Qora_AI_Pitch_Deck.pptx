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CC8-F2B0-0AE1-176C-241378985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A0BFAD-019D-16E8-1D27-A844673E9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BE721-AD0D-BA9A-E042-A2158B55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C81EE-3E7A-772B-84B5-871BE186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B5E58-CB35-A087-9925-F40EC7A3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96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8CFA-77C4-49D0-FA82-DA567272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81F35-47F9-9C03-A886-71D8FB05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6D109-D314-78E1-71D5-0CD704E0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A9019-31F2-2046-105B-8CE15A05F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E1C6-1E9B-537A-EEC8-79116E6D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79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A7C2A-4DE4-8751-81E3-AF7E4141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301BC-47F9-1FF4-3E21-BF8ABD6E6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CCD55-2EEE-7F11-0B19-2CE228CF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DAFE-7F20-ECAB-A582-B20AC2D3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6B96-AC67-7366-5AF2-0E9AB847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04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A81B-88A7-A22F-9F8C-38CBED0B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CCE6-9DAC-E75F-D78D-5A56AE50A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DEF67-B28E-8F7D-92DF-24DDB88F7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E9373-865D-F612-AC17-04717AA84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BBBDB-014A-8376-B8D9-DFED796A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F899A-6D72-EE2C-EA65-756FFD49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70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1904-B0EA-A67B-A579-BF180296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4D5B9-CE76-8D0C-A581-26BB7841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F7216-AD38-30EE-5BD5-B1430135F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7BC14-A26F-DE74-BFE8-6E77AAC05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54759-DFE3-A33D-DC0A-2A97E25F5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835AD-E98A-0DE7-9BD7-60C00A168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9B34C-E8C2-F6CE-7C93-1A1F1266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05BFB-64C2-5D8C-3CDA-2079F653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222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484B-6CD6-42C1-F6EF-76B8D9E9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D6A1D-CDD2-4DB4-D1AF-59B19C3C5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0EA52-ADDE-1810-5464-8547E1E4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B4A08-596A-103B-9AB0-A9012B97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13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E34D38-47C2-1702-6661-D3EAEE3D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2784C-CB85-F826-5482-AB8700C07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4A5BB-7FB1-E5B1-BD8B-EE7A01A4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3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81E1-08DB-1C0A-D406-082DFE5D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7B0E2-4C4C-896D-FDB1-C4C641E4C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23B93-0CE5-C768-F244-4BD237760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3FA68-CFE3-B1AF-ABF7-B437D5A2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216CB-201F-E353-7FEE-53E6822D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C4254-1D2E-21B9-53F5-9A421463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0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D15A1-4528-830C-6C08-758B04365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60DE8-E7FE-45E5-8008-6D4E25D50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BEF6F-772D-DC27-0B3C-51A916E9F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6F9FC-B2D4-9B8D-5420-3A6ABF34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493A-2B54-040F-FD63-BBAEED90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9883F-E188-6ACD-4E0D-38789372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39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9243-7E17-BBE8-4492-62B4F875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8BFAB-C517-1E69-6468-16FA2EEE7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37005-94B5-5C29-829E-73C51B5A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EE83C-7B58-1E85-563C-E0A8CF6E7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9922F-6027-CB4C-BD54-53CD01CC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248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FC43FF-AA22-3ED4-A430-39772DBC2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5DC3-6690-3B0F-1A53-CEB3E96CC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A4223-0B07-AB9A-8443-B995C9AB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16C6E-1E4C-BEA7-9832-BE357C48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E9296-6D9B-414C-EBAA-CD5138EC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43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F6E5F3-DBA5-D591-DDB5-91A91BEC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C4309-15E2-F3FD-3C6E-7716B2F6C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D37E1-65F3-9FCE-3F6B-10B719CF4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545B2-CD25-4140-A451-7F2BEFFF114C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5183A-E100-16CE-1A8B-FF79A247B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06BB6-1DE1-F20B-3C7D-5F6897AB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F498-9EC2-4F7D-A22C-2B14020DB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09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026E9-7A68-D646-8BB2-5F113D857B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1AFE7-4B8B-1F6E-080F-3864C9F3D2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0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A885C-F347-9221-ED87-AB30A3B440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A37848-33F0-03DC-AB57-409EC2D457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7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0AC4AA-BAB5-39D0-9C35-B1916B5B53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7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E10C7A-6534-7725-B618-98B7145DD2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6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5CEB5-F9DF-8F38-6055-FC90360CAC9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8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Nimesh Yadav</dc:creator>
  <cp:lastModifiedBy>Nimesh Yadav</cp:lastModifiedBy>
  <cp:revision>1</cp:revision>
  <dcterms:created xsi:type="dcterms:W3CDTF">2026-09-12T11:12:26Z</dcterms:created>
  <dcterms:modified xsi:type="dcterms:W3CDTF">2026-09-12T11:12:26Z</dcterms:modified>
</cp:coreProperties>
</file>