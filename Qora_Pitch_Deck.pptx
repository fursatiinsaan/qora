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1DC-9B46-60C2-CCCD-224FE352A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6F6D1-FD50-1ED0-D6CD-9A7A2ADF0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11631-57FC-833C-FA36-7C3F31269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58304-4CBE-884E-39C1-307D6933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78DAD-FF52-6656-A43C-1FF9AAE6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879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72F4-7F50-6CDE-5414-8E4A9A52B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95DD9-BCB3-020B-5792-61DDDA1C3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98016-C5CD-0158-9E2A-0D5C1EBBB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AAA51-9B76-DF19-61F4-A944D0CD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AF725-AC23-E798-452F-DF494FFF9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01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BD3D8-50C8-E774-9A0E-EDFEB0D8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A2276-562E-5EDD-F605-0F1A110A2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6BF00-B9AA-CEC2-F7D1-7F7CE04F1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03BD1-7686-09A8-D7B4-94529E6C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6A666-C96D-35C2-0BDE-C84AC970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166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A026-D4B8-95FA-1FDA-10FBDAC12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876F6-6E0D-211F-387B-5D125227D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B75DD-A827-7205-0B4E-86558811C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1D990-980F-836A-A55C-E93BC4A8E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FBD31-A716-222E-8A40-AE763328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4BF0D-06A0-3BD7-9FC9-D1949D8C7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608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4922-AAA1-F39F-B6A6-8C80BE155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E8CA0-6B79-F361-A337-B64D6E115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79BD6-7D29-AC36-984A-8E260D951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651678-34A2-4E08-7137-4FB8CC074F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FF2990-4F7F-01CC-208A-B9E7A759B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99609A-9E3D-DA26-02CC-354418C4F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1C339A-A648-F074-D4CB-6FFC059B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27C11-418C-D705-BE14-850A2D10E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02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22698-8ED0-ABEF-16F1-ACDA75AA8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10760-E9D5-2BED-8585-DC74359B4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91E27-D2B6-1ECA-4C74-3A947201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00A85-1AFA-C173-C8DD-829AACB9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492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61EC1-9B77-92A1-4B12-7C8D8B920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6E5AC-4D14-249F-5EA9-B73344E9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EF17C-C637-251D-0418-C02E7AC3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20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52626-38B9-A5CD-9903-E90E85D23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DED6-695A-5F0D-FEAF-577719AF9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97F19-8300-0D23-DA65-9E4279FEF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B1867-F4A1-0C9E-3937-749CCA77E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C4521-F473-4EDB-5282-4092806A6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ED3A4-82BE-3B31-A3A5-92DE97AD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85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8F3F8-B5B1-349B-D240-D083BEDC3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42F45-2FE5-19AB-0C03-7F918FE0F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3D21A-D8BE-684E-4A88-822F5868F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9BF0FE-3706-E424-4090-B2E2C7D8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7BA95-0E40-DA99-129F-D5DEBB5D6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0ADE7-BB0A-C9EE-512C-8162DD612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18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BE3F2-3CC6-0687-1AF9-B2DB6B48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5CE79-6996-8F64-5A69-3FBD6BB61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F8864-A402-528A-A29D-F5F0C3350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EF707-2784-33CA-312C-CDDF3D5D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A6568-12DE-5D7C-2643-66A6E46B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043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774FEB-0998-7A50-13BA-EEEDCB7B02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18E33-58B9-E460-1405-D16808689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4A56F-3EA7-93DA-4900-38BC133CE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0A09E-FC3F-BC16-7AFD-6CC040DE9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25F7C-5369-135F-2925-2563D017E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239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3688AE-9C1A-EEB3-9098-61CB3DD5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A013B-41B0-0A04-4E8B-6D8A1E390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ED593-40F1-50E5-2F21-1F1962699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9739F-F1D6-4A09-9401-01D6C161769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DC588-C8CB-8A2C-D2B3-B5D1F948F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4AC5-1274-02D3-E827-DFE3399D3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7D688-D6B0-499F-BF71-7CAA6C55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843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1FDF3C-063D-6FBE-099B-0850AD01CA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26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94D03E-09E1-1302-4B9F-943DE3EFEBC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37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CCAB99-B824-62A9-CF76-7E938A491A4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623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BB6061-F6B5-B101-E1B2-BB19C1341A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88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727D11-454B-3F34-0F06-F848B727E64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99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977456-81BE-C608-96CD-6A112DD2FB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57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02EE7C-B286-F62B-C5D5-BAF9BD431E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4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Nimesh Yadav</dc:creator>
  <cp:lastModifiedBy>Nimesh Yadav</cp:lastModifiedBy>
  <cp:revision>1</cp:revision>
  <dcterms:created xsi:type="dcterms:W3CDTF">2026-09-16T12:14:03Z</dcterms:created>
  <dcterms:modified xsi:type="dcterms:W3CDTF">2026-09-16T12:14:03Z</dcterms:modified>
</cp:coreProperties>
</file>