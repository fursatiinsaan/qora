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7397A-1ACA-6699-5B0C-3DE97C57FB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2B7E7D-CDD1-3209-31BA-BDBC32D6CA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696575-4838-66A4-716C-7A3DBE801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43152C-D453-4594-B49F-69867965F11A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7B97C6-7E24-FBA7-775B-3B7E1B2AA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2F7F6D-093C-8C6B-D74C-BF5F95622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1993-B234-4B1C-A01D-03AA2FEA6D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02922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E988A-4498-EC6E-8382-6F2CDDFE2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CEABEA-6D54-C43A-069D-A2BE926180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89899B-7392-B362-8236-844582DDD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43152C-D453-4594-B49F-69867965F11A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F79FC7-D92A-02F8-1DDC-E5B8A6474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8AA3CF-1D5A-69AF-53FA-BDF2E99A4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1993-B234-4B1C-A01D-03AA2FEA6D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6650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848EB-3C19-BC88-F61E-4D70B2C19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716EFB-A32A-64CB-819A-981B4B849C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A5C46F-0FD5-F791-9DD1-11FE8FC84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43152C-D453-4594-B49F-69867965F11A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E82B62-841B-1554-86F0-A193A79D5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1BFF2C-9CFA-BA5D-350C-068BBDA6F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1993-B234-4B1C-A01D-03AA2FEA6D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9768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D0EFD-8C52-7F97-3B00-E91061BE9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82BDBC-3EED-6A6B-A23B-28AAF36939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49EFBF-965C-3534-1B51-A581DE1EF7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6D7886-CAE0-0AE2-3500-164BA53AAF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43152C-D453-4594-B49F-69867965F11A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660F47-85B1-70DD-ACCE-ADE2040E3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9FF737-D8B6-6269-AD8C-57FDFD161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1993-B234-4B1C-A01D-03AA2FEA6D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737088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C58FB-B7FE-7D1C-ACB3-BD7A261205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5AFBC8-9C15-D7D7-4DC2-6AD0A0AB76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DE49E5-0F3D-1BAF-1270-F074489A4E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9433AC-AAAC-321D-6FC9-2E8C9AE9F3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CBF5EC-27FF-9BBA-8658-D410EE3C03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FCF2BD-60A2-4729-DA88-3467D4D84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43152C-D453-4594-B49F-69867965F11A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E5A2B4E-E6D1-B92C-0D4A-C097C1FFC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4729107-BF9D-8263-5E55-C6EF26941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1993-B234-4B1C-A01D-03AA2FEA6D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437979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F3C76A-B57C-A59D-3AF7-80894FBAC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D69C09-59F8-D08A-5D09-C36041BC9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43152C-D453-4594-B49F-69867965F11A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AA3277-FBEB-3473-28D3-ED19D307D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B69C42-898D-52B9-3634-654AE6869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1993-B234-4B1C-A01D-03AA2FEA6D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1121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24C964-B5E4-3172-0F7F-4D39AA5BC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43152C-D453-4594-B49F-69867965F11A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8CE60A-0B2B-3A2A-E7F4-FDF5CD418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AFA1DC-B0F9-C320-2CBC-87FCEECA8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1993-B234-4B1C-A01D-03AA2FEA6D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88536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A8797-59D2-BEA0-41D5-9B4B7DBFB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CDB1FE-68CF-DEC5-0126-3661063750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6E0D6D-548B-B449-FDFB-97D6D8D837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676EC6-0754-F276-0036-9CDBC34F9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43152C-D453-4594-B49F-69867965F11A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91D7EF-8AED-14A3-CAEB-FF7C67C29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3851E6-9260-0C3F-DBFD-559DB5683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1993-B234-4B1C-A01D-03AA2FEA6D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91144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FA27D-A8FD-3386-DD24-372BE0830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1A5460-6C75-1846-08EF-8B95164C94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C7E6FB-50B2-12BF-2BAC-4F13B702FF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216F30-53AC-F497-8F49-C6CA6F01DC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43152C-D453-4594-B49F-69867965F11A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866F74-A9C7-8FF7-1475-EB00F0009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2D6BA5-C041-E2D1-13A7-015AB6BDB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1993-B234-4B1C-A01D-03AA2FEA6D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011310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1A6224-1606-3F8C-B8E6-B2757E3B1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90CEB8-E626-4780-36F0-0C6979C9CA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B9141-A150-8421-FAF6-502A21589A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43152C-D453-4594-B49F-69867965F11A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64F1A-4774-F455-2553-20FAE31AA8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FBE82-B631-5703-0DA2-9E8409225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1993-B234-4B1C-A01D-03AA2FEA6D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621828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ADAD8B-F18D-ACB1-25D3-DC411341AF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E4F984-575C-F19F-49CF-6FC09E811E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056815-B0AA-5B33-188E-0630AFAD5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43152C-D453-4594-B49F-69867965F11A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CAAF3F-927F-0DAA-37F3-C3DD86891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C91B01-37B8-78E2-EB05-DE05DCEC1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1993-B234-4B1C-A01D-03AA2FEA6D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92202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F62964-2CEB-D11B-28D7-023CFFCAF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AA7B8D-1066-149C-61A1-A755DC5683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3AFEFC-58A2-3D88-08C4-AB3550AC95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43152C-D453-4594-B49F-69867965F11A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32A5C8-8441-65EC-6E74-9EB2FB6E76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5C7823-8234-DEF7-5CAB-4D71A7B9AB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B31993-B234-4B1C-A01D-03AA2FEA6D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73711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76271EE-56CC-1823-335D-D1A87C8B4DD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00100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27897C9-59FA-CDE4-3CE8-1EEA39518B9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78561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B819103-F68F-72C4-053B-82465ED40FD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92977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E48E84E-1E62-6DA1-6A62-6D3F4E4743C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8800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5CA50C3-654D-74AF-622A-9EBAF8F8FD8C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8232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3C8D5B-C0E7-C485-219D-3D5A81591C7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462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BDD2AE6-FAAF-6D62-744F-B6DBDE9C410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89429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Custom</PresentationFormat>
  <Paragraphs>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Nimesh Yadav</dc:creator>
  <cp:lastModifiedBy>Nimesh Yadav</cp:lastModifiedBy>
  <cp:revision>1</cp:revision>
  <dcterms:created xsi:type="dcterms:W3CDTF">2026-09-16T12:29:01Z</dcterms:created>
  <dcterms:modified xsi:type="dcterms:W3CDTF">2026-09-16T12:29:01Z</dcterms:modified>
</cp:coreProperties>
</file>