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31D86-BE25-CEFB-2A03-2CA6321AD4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E193D9-CE02-C261-A954-06D96BB38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6ED22B-EDA7-A7A6-CA99-D5D1FEA3F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E8D64-DB25-FF57-BA1C-6EF7E4C3A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658806-FB8A-CF95-22F6-AC0E91FBF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3598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78C4C-7451-41E8-A8BC-2659A37C6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6F02E-5866-AAD9-883F-B73E93F7F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88B479-1D98-ABEA-243D-CFE841786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78120-9BDB-4755-68D2-B21D9C704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8D5E6-31D2-ACB8-E91B-B1A45789A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6748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9ED34-5058-B332-106A-B633A9FC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C8C4C-43EC-3A6E-D443-48F85DEEB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6E2461-39CF-C82C-76CE-06B68F2CD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A7BEC-57C7-4AD4-2730-7A163AA5B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184E9-B4BD-142E-CA77-FC69AD82C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7687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6619B-5EAC-BF6D-A52C-E8DA6801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AE98C-B331-C543-0E5C-1CB9903E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3B9386-1F02-EA61-4B54-C19E834D98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5BE431-29AF-8467-797E-1417E5E49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C7FCF6-7D1B-C18E-DD9D-6961EF65D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3C411B-8031-A00E-EE3A-FA1B1AE98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5033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912E4-3C88-A92A-4A02-99A84AC77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49C749-D8DD-3259-42E5-5CDA14AE4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C16441-E601-803D-D94B-7E49F6A48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60DE51-93D8-8022-2B9B-D1248EDE6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BE7716-E221-4881-A858-B3E6024BA2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76AB88-9FDE-B2DD-B292-900012710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CB0BBC-937D-F7C5-ED4B-A3870D059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9AD8C0-514C-FF42-6673-A9176C0FC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2669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D0D50-08D6-7F26-1E19-4CC8A2C12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FAF460-0D4C-0762-89D9-049905A14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9286A0-5B83-BC5C-B893-1BA79B9F1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6F9CCE-77A5-5C46-6353-440A1D8E3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95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B9F403-78A2-2C1A-DE81-45BE4AD6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CC04E-EE57-8A30-D001-CC32E0A68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3AAAD-9E52-F243-9660-63A4155A3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1918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3A59E-844E-6EAB-8F78-76D0F395C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3CD4-2584-6963-00FF-9F60BF204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667B87-910C-47BB-FDAF-F5CA69D578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41BE0-E0BB-130F-A1A6-E5C318C8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83E14-1014-4E47-75CD-A21E5AFCD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903AE9-D29F-0201-1329-C6A69FE04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7809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E8DE4-48CB-6A9D-3FF0-9027EBD0A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ECD5C2-32D9-C1CB-2407-0ABAF3EC1F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C1F6DA-84E2-1458-388E-4AE24D3E4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89658-EE11-6C7E-AFE2-82F00288C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2B9BD0-608F-5167-D880-8A5BCCABF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7D798-B5F6-F4ED-5396-FAD6F2D9F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6140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1FB6F-F1CB-D9AB-5D74-8681FD761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E289CB-2965-EF55-AB41-C9E58CE26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CEF0-786F-96CC-EDF8-556340326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F78BD0-B91F-290E-BCE5-A32FB2576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C11E7-9990-75C7-98E8-62A47586C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528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C2054F-B881-8A86-1367-D50DBD0EA3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647D9B-F212-C98B-9033-73D8C9F08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36AB0-959B-33F7-1477-B8EB0FFB0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61387-2D89-E265-C28A-C0040E6D4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C5776-DB88-6D96-566E-9B6D61455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0078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E09E23-C4DE-02B6-7DC0-FCE8DE345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4DAA44-1F8F-B60D-C99F-069AE90774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82D36-76C8-9BE7-FE5E-A536003CC6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6A6DF-60CD-44D2-B8D7-9C28A0EA7403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9686D-D2FA-D47F-DCE8-810AB5D16B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61102-2DE5-D0A4-1DB0-0C30F7E4C0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6A441-4E7A-4D42-B657-3B8AA7E8D5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8614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8F65CA-7B50-75B5-33DE-6331082CB95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863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712F35-D6B5-6358-8094-0AAFEDE4974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5436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B20AFD-824E-CFC5-2218-38BBF3ED110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41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22E53E-EB52-7B4A-CFEC-552FB0F170D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210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A72D1C-330F-B71C-DBA5-C4D6661F00C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16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B2C4A0-E7E1-EC78-9B1D-C3353D66AA5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158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1D22A7-E9B4-B080-C3B2-AF68ECC1DA9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75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Nimesh Yadav</dc:creator>
  <cp:lastModifiedBy>Nimesh Yadav</cp:lastModifiedBy>
  <cp:revision>1</cp:revision>
  <dcterms:created xsi:type="dcterms:W3CDTF">2026-09-16T12:24:40Z</dcterms:created>
  <dcterms:modified xsi:type="dcterms:W3CDTF">2026-09-16T12:24:40Z</dcterms:modified>
</cp:coreProperties>
</file>